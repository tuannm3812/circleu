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bf145603a54788" /><Relationship Type="http://schemas.openxmlformats.org/officeDocument/2006/relationships/extended-properties" Target="/docProps/app.xml" Id="R5750b6f8033748f1" /><Relationship Type="http://schemas.openxmlformats.org/officeDocument/2006/relationships/officeDocument" Target="/ppt/presentation.xml" Id="R02b056c571274a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79fe6fb7be44d9"/>
  </p:sldMasterIdLst>
  <p:notesMasterIdLst>
    <p:notesMasterId xmlns:r="http://schemas.openxmlformats.org/officeDocument/2006/relationships" r:id="Rf6b7a4f408f845e9"/>
  </p:notesMasterIdLst>
  <p:sldIdLst>
    <p:sldId xmlns:r="http://schemas.openxmlformats.org/officeDocument/2006/relationships" id="256" r:id="Rf664411de6cb49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314bb371d5484d" /><Relationship Type="http://schemas.openxmlformats.org/officeDocument/2006/relationships/slideMaster" Target="/ppt/slideMasters/slideMaster1.xml" Id="R6279fe6fb7be44d9" /><Relationship Type="http://schemas.openxmlformats.org/officeDocument/2006/relationships/notesMaster" Target="/ppt/notesMasters/notesMaster1.xml" Id="Rf6b7a4f408f845e9" /><Relationship Type="http://schemas.openxmlformats.org/officeDocument/2006/relationships/presProps" Target="/ppt/presProps.xml" Id="R1a3c5f37c3a4404c" /><Relationship Type="http://schemas.openxmlformats.org/officeDocument/2006/relationships/tableStyles" Target="/ppt/tableStyles.xml" Id="R9b453be0d85f45a6" /><Relationship Type="http://schemas.openxmlformats.org/officeDocument/2006/relationships/slide" Target="/ppt/slides/slide1.xml" Id="Rf664411de6cb49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3e2f314b424f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a393e911f14c33" /><Relationship Type="http://schemas.openxmlformats.org/officeDocument/2006/relationships/notesMaster" Target="/ppt/notesMasters/notesMaster1.xml" Id="R7ca323740d5341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revision of the existing Direction B poster after its live Spaces connection failed. Headline and left-side copy are editable; logo, phone UI and environment are raster design mockups, not screenshots of implemented app behaviour. New image references: BrandArtwork/ScreenScenes06 (WindowPause, JournalDesk, PracticeStudio). Artwork created with built-in imagegen; exact prompt stored alongside. The UTS Apple Foundation Program mark is reused from the prior poster; no endorsement is implied. No active App Store or TestFlight availability is claimed. Source: docs/product/overview.md and docs/design/branding-guideline.md.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28e85717f143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5046340f4e48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3a118e7b1e40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7130cb6284b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5b3450ee264f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3af6f6bed741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45AB37-90C8-45C9-9582-39575C11F3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E8EE49-AC3A-49F5-B104-ED425D5ADD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52E925D-CDD7-40F8-BF6B-FFC13A65BF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52348F-6A65-4E6B-B376-1A56E954D2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1FBDDE4-53A0-41CB-A7C4-1D8CB2AEDA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79C9B8B-B0DD-4284-ABC5-E23400A365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57D69B-4445-481E-A3E1-B0C170829D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8DF8AC3-0538-4AC1-B42E-477755C90A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829CF1-FCA3-48EB-99B4-900E9E36BA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F53E0A-DFD1-452C-AC0B-4EE98AB569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2d9575cf9547c9" /><Relationship Type="http://schemas.openxmlformats.org/officeDocument/2006/relationships/slideLayout" Target="/ppt/slideLayouts/slideLayout1.xml" Id="R6f49b440f49f4ffb" /><Relationship Type="http://schemas.openxmlformats.org/officeDocument/2006/relationships/slideLayout" Target="/ppt/slideLayouts/slideLayout2.xml" Id="Ra9fa3c4fbbae4698" /><Relationship Type="http://schemas.openxmlformats.org/officeDocument/2006/relationships/slideLayout" Target="/ppt/slideLayouts/slideLayout3.xml" Id="Rbbdbe02e189f4a89" /><Relationship Type="http://schemas.openxmlformats.org/officeDocument/2006/relationships/slideLayout" Target="/ppt/slideLayouts/slideLayout4.xml" Id="R8e2e573d948b4bf7" /><Relationship Type="http://schemas.openxmlformats.org/officeDocument/2006/relationships/slideLayout" Target="/ppt/slideLayouts/slideLayout5.xml" Id="R4b7a295f3a3f4abf" /><Relationship Type="http://schemas.openxmlformats.org/officeDocument/2006/relationships/slideLayout" Target="/ppt/slideLayouts/slideLayout6.xml" Id="Rdbb1c26a6c8c4d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49b440f49f4ffb"/>
    <p:sldLayoutId xmlns:r="http://schemas.openxmlformats.org/officeDocument/2006/relationships" id="2147483650" r:id="Ra9fa3c4fbbae4698"/>
    <p:sldLayoutId xmlns:r="http://schemas.openxmlformats.org/officeDocument/2006/relationships" id="2147483651" r:id="Rbbdbe02e189f4a89"/>
    <p:sldLayoutId xmlns:r="http://schemas.openxmlformats.org/officeDocument/2006/relationships" id="2147483652" r:id="R8e2e573d948b4bf7"/>
    <p:sldLayoutId xmlns:r="http://schemas.openxmlformats.org/officeDocument/2006/relationships" id="2147483653" r:id="R4b7a295f3a3f4abf"/>
    <p:sldLayoutId xmlns:r="http://schemas.openxmlformats.org/officeDocument/2006/relationships" id="2147483654" r:id="Rdbb1c26a6c8c4d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545808d8b04009" /><Relationship Type="http://schemas.openxmlformats.org/officeDocument/2006/relationships/image" Target="/ppt/media/image.png" Id="Raf257a86774a4f0d" /><Relationship Type="http://schemas.openxmlformats.org/officeDocument/2006/relationships/image" Target="/ppt/media/image2.png" Id="Rf3b58acdb35a473d" /><Relationship Type="http://schemas.openxmlformats.org/officeDocument/2006/relationships/notesSlide" Target="/ppt/notesSlides/notesSlide1.xml" Id="R1cba2dbf0fb141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6BCA3-A0E9-4FF6-9252-E416722777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57a86774a4f0d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B349C458-309E-4D5D-B4CB-F998283A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6385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defPPr>
            <a:lvl1pPr>
              <a:defRPr sz="322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1pPr>
            <a:lvl2pPr>
              <a:defRPr sz="322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2pPr>
            <a:lvl3pPr>
              <a:defRPr sz="322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3pPr>
            <a:lvl4pPr>
              <a:defRPr sz="322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4pPr>
            <a:lvl5pPr>
              <a:defRPr sz="322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5pPr>
            <a:lvl6pPr>
              <a:defRPr sz="322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6pPr>
            <a:lvl7pPr>
              <a:defRPr sz="322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7pPr>
            <a:lvl8pPr>
              <a:defRPr sz="322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8pPr>
            <a:lvl9pPr>
              <a:defRPr sz="322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22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rPr>
              <a:t>Some</a:t>
            </a:r>
          </a:p>
          <a:p xmlns:a="http://schemas.openxmlformats.org/drawingml/2006/main">
            <a:pPr>
              <a:defRPr sz="322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22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rPr>
              <a:t>conversations</a:t>
            </a:r>
          </a:p>
          <a:p xmlns:a="http://schemas.openxmlformats.org/drawingml/2006/main">
            <a:pPr>
              <a:defRPr sz="322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22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rPr>
              <a:t>stay with you</a:t>
            </a:r>
          </a:p>
        </p:txBody>
      </p:sp>
      <p:sp>
        <p:nvSpPr>
          <p:cNvPr id="3" name="Introduction">
            <a:extLst xmlns:a="http://schemas.openxmlformats.org/drawingml/2006/main">
              <a:ext uri="{FF2B5EF4-FFF2-40B4-BE49-F238E27FC236}">
                <a16:creationId xmlns:a16="http://schemas.microsoft.com/office/drawing/2014/main" id="{68CEE667-19F9-4CBD-BE22-B9194FF2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347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defPPr>
            <a:lvl1pPr>
              <a:defRPr sz="1425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lvl1pPr>
            <a:lvl2pPr>
              <a:defRPr sz="1425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lvl2pPr>
            <a:lvl3pPr>
              <a:defRPr sz="1425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lvl3pPr>
            <a:lvl4pPr>
              <a:defRPr sz="1425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lvl4pPr>
            <a:lvl5pPr>
              <a:defRPr sz="1425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lvl5pPr>
            <a:lvl6pPr>
              <a:defRPr sz="1425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lvl6pPr>
            <a:lvl7pPr>
              <a:defRPr sz="1425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lvl7pPr>
            <a:lvl8pPr>
              <a:defRPr sz="1425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lvl8pPr>
            <a:lvl9pPr>
              <a:defRPr sz="1425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425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rPr>
              <a:t>A space to reflect on what happened</a:t>
            </a:r>
          </a:p>
          <a:p xmlns:a="http://schemas.openxmlformats.org/drawingml/2006/main">
            <a:pPr>
              <a:defRPr sz="1425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425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rPr>
              <a:t>and find words for what comes next</a:t>
            </a:r>
          </a:p>
        </p:txBody>
      </p:sp>
      <p:sp>
        <p:nvSpPr>
          <p:cNvPr id="4" name="Original-label">
            <a:extLst xmlns:a="http://schemas.openxmlformats.org/drawingml/2006/main">
              <a:ext uri="{FF2B5EF4-FFF2-40B4-BE49-F238E27FC236}">
                <a16:creationId xmlns:a16="http://schemas.microsoft.com/office/drawing/2014/main" id="{96EC5AAF-220C-47F9-BDDD-8D298DD9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328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defRPr>
            </a:defPPr>
            <a:lvl1pPr>
              <a:def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defRPr>
            </a:lvl1pPr>
            <a:lvl2pPr>
              <a:def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defRPr>
            </a:lvl2pPr>
            <a:lvl3pPr>
              <a:def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defRPr>
            </a:lvl3pPr>
            <a:lvl4pPr>
              <a:def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defRPr>
            </a:lvl4pPr>
            <a:lvl5pPr>
              <a:def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defRPr>
            </a:lvl5pPr>
            <a:lvl6pPr>
              <a:def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defRPr>
            </a:lvl6pPr>
            <a:lvl7pPr>
              <a:def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defRPr>
            </a:lvl7pPr>
            <a:lvl8pPr>
              <a:def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defRPr>
            </a:lvl8pPr>
            <a:lvl9pPr>
              <a:def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rPr>
              <a:t>First thought</a:t>
            </a:r>
          </a:p>
        </p:txBody>
      </p:sp>
      <p:sp>
        <p:nvSpPr>
          <p:cNvPr id="5" name="Original-quote">
            <a:extLst xmlns:a="http://schemas.openxmlformats.org/drawingml/2006/main">
              <a:ext uri="{FF2B5EF4-FFF2-40B4-BE49-F238E27FC236}">
                <a16:creationId xmlns:a16="http://schemas.microsoft.com/office/drawing/2014/main" id="{71EBE451-82D3-4949-89A0-5DA15645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62475"/>
            <a:ext cx="344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defPPr>
            <a:lvl1pPr>
              <a:defRPr sz="1500" b="0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1pPr>
            <a:lvl2pPr>
              <a:defRPr sz="1500" b="0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2pPr>
            <a:lvl3pPr>
              <a:defRPr sz="1500" b="0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3pPr>
            <a:lvl4pPr>
              <a:defRPr sz="1500" b="0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4pPr>
            <a:lvl5pPr>
              <a:defRPr sz="1500" b="0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5pPr>
            <a:lvl6pPr>
              <a:defRPr sz="1500" b="0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6pPr>
            <a:lvl7pPr>
              <a:defRPr sz="1500" b="0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7pPr>
            <a:lvl8pPr>
              <a:defRPr sz="1500" b="0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8pPr>
            <a:lvl9pPr>
              <a:defRPr sz="1500" b="0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 b="0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rPr>
              <a:t>“You never help with our project.”</a:t>
            </a:r>
          </a:p>
        </p:txBody>
      </p:sp>
      <p:sp>
        <p:nvSpPr>
          <p:cNvPr id="6" name="Rewrite-label">
            <a:extLst xmlns:a="http://schemas.openxmlformats.org/drawingml/2006/main">
              <a:ext uri="{FF2B5EF4-FFF2-40B4-BE49-F238E27FC236}">
                <a16:creationId xmlns:a16="http://schemas.microsoft.com/office/drawing/2014/main" id="{B0AC06CB-4445-4B2D-B517-7A962223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defRPr>
            </a:defPPr>
            <a:lvl1pPr>
              <a:def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defRPr>
            </a:lvl1pPr>
            <a:lvl2pPr>
              <a:def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defRPr>
            </a:lvl2pPr>
            <a:lvl3pPr>
              <a:def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defRPr>
            </a:lvl3pPr>
            <a:lvl4pPr>
              <a:def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defRPr>
            </a:lvl4pPr>
            <a:lvl5pPr>
              <a:def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defRPr>
            </a:lvl5pPr>
            <a:lvl6pPr>
              <a:def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defRPr>
            </a:lvl6pPr>
            <a:lvl7pPr>
              <a:def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defRPr>
            </a:lvl7pPr>
            <a:lvl8pPr>
              <a:def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defRPr>
            </a:lvl8pPr>
            <a:lvl9pPr>
              <a:def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00" b="1">
                <a:solidFill>
                  <a:srgbClr val="054FC9"/>
                </a:solidFill>
                <a:latin typeface="Plus Jakarta Sans"/>
                <a:ea typeface="Plus Jakarta Sans"/>
                <a:cs typeface="Plus Jakarta Sans"/>
              </a:rPr>
              <a:t>A possible rewrite</a:t>
            </a:r>
          </a:p>
        </p:txBody>
      </p:sp>
      <p:sp>
        <p:nvSpPr>
          <p:cNvPr id="7" name="Rewrite-quote">
            <a:extLst xmlns:a="http://schemas.openxmlformats.org/drawingml/2006/main">
              <a:ext uri="{FF2B5EF4-FFF2-40B4-BE49-F238E27FC236}">
                <a16:creationId xmlns:a16="http://schemas.microsoft.com/office/drawing/2014/main" id="{E9DBD14D-6B24-4758-B33E-060C17EC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3552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defPPr>
            <a:lvl1pPr>
              <a:defRPr sz="157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1pPr>
            <a:lvl2pPr>
              <a:defRPr sz="157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2pPr>
            <a:lvl3pPr>
              <a:defRPr sz="157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3pPr>
            <a:lvl4pPr>
              <a:defRPr sz="157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4pPr>
            <a:lvl5pPr>
              <a:defRPr sz="157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5pPr>
            <a:lvl6pPr>
              <a:defRPr sz="157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6pPr>
            <a:lvl7pPr>
              <a:defRPr sz="157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7pPr>
            <a:lvl8pPr>
              <a:defRPr sz="157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8pPr>
            <a:lvl9pPr>
              <a:defRPr sz="157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7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rPr>
              <a:t>“Could we agree on which parts</a:t>
            </a:r>
          </a:p>
          <a:p xmlns:a="http://schemas.openxmlformats.org/drawingml/2006/main">
            <a:pPr>
              <a:defRPr sz="157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75" b="1">
                <a:solidFill>
                  <a:srgbClr val="0D1421"/>
                </a:solidFill>
                <a:latin typeface="Plus Jakarta Sans"/>
                <a:ea typeface="Plus Jakarta Sans"/>
                <a:cs typeface="Plus Jakarta Sans"/>
              </a:rPr>
              <a:t>each of us will handle?”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F65D6-0192-48B3-9708-9B8061DBCD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58acdb35a473d"/>
          <a:srcRect xmlns:a="http://schemas.openxmlformats.org/drawingml/2006/main" l="7000" t="19000" r="7000" b="19000"/>
          <a:stretch xmlns:a="http://schemas.openxmlformats.org/drawingml/2006/main"/>
        </p:blipFill>
        <p:spPr>
          <a:xfrm xmlns:a="http://schemas.openxmlformats.org/drawingml/2006/main">
            <a:off x="628650" y="6219825"/>
            <a:ext cx="1590675" cy="609600"/>
          </a:xfrm>
          <a:prstGeom xmlns:a="http://schemas.openxmlformats.org/drawingml/2006/main" prst="rect">
            <a:avLst/>
          </a:prstGeom>
        </p:spPr>
      </p:pic>
      <p:sp>
        <p:nvSpPr>
          <p:cNvPr id="9" name="Example-disclosure">
            <a:extLst xmlns:a="http://schemas.openxmlformats.org/drawingml/2006/main">
              <a:ext uri="{FF2B5EF4-FFF2-40B4-BE49-F238E27FC236}">
                <a16:creationId xmlns:a16="http://schemas.microsoft.com/office/drawing/2014/main" id="{7708D50A-6CFD-427D-A79C-A6C55AF9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770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defPPr>
            <a:lvl1pPr>
              <a:defRPr sz="900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lvl1pPr>
            <a:lvl2pPr>
              <a:defRPr sz="900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lvl2pPr>
            <a:lvl3pPr>
              <a:defRPr sz="900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lvl3pPr>
            <a:lvl4pPr>
              <a:defRPr sz="900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lvl4pPr>
            <a:lvl5pPr>
              <a:defRPr sz="900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lvl5pPr>
            <a:lvl6pPr>
              <a:defRPr sz="900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lvl6pPr>
            <a:lvl7pPr>
              <a:defRPr sz="900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lvl7pPr>
            <a:lvl8pPr>
              <a:defRPr sz="900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lvl8pPr>
            <a:lvl9pPr>
              <a:defRPr sz="900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00" b="0">
                <a:solidFill>
                  <a:srgbClr val="465D7F"/>
                </a:solidFill>
                <a:latin typeface="Plus Jakarta Sans"/>
                <a:ea typeface="Plus Jakarta Sans"/>
                <a:cs typeface="Plus Jakarta Sans"/>
              </a:rPr>
              <a:t>Illustrative example</a:t>
            </a:r>
          </a:p>
        </p:txBody>
      </p:sp>
    </p:spTree>
    <p:extLst>
      <p:ext uri="{BB962C8B-B14F-4D97-AF65-F5344CB8AC3E}">
        <p14:creationId xmlns:p14="http://schemas.microsoft.com/office/powerpoint/2010/main" val="122127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2026-10-30T12:44:57.2610000Z</dcterms:created>
  <dcterms:modified xsi:type="dcterms:W3CDTF">2026-10-30T12:44:57.2610000Z</dcterms:modified>
</coreProperties>
</file>